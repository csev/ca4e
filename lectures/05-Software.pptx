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407" r:id="rId3"/>
    <p:sldId id="443" r:id="rId4"/>
    <p:sldId id="444" r:id="rId5"/>
    <p:sldId id="445" r:id="rId6"/>
    <p:sldId id="352" r:id="rId7"/>
    <p:sldId id="28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332"/>
    <p:restoredTop sz="81781"/>
  </p:normalViewPr>
  <p:slideViewPr>
    <p:cSldViewPr snapToGrid="0">
      <p:cViewPr varScale="1">
        <p:scale>
          <a:sx n="103" d="100"/>
          <a:sy n="103" d="100"/>
        </p:scale>
        <p:origin x="75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F5FDA9-B11F-7449-B169-793ADA47A6B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56CA6E-FF8B-CA4B-9680-EA2F986E67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236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56CA6E-FF8B-CA4B-9680-EA2F986E67B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4694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7594D-60B3-7826-937A-7462FE577F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40DBDC-5E8B-7F8B-8009-5ECFC77A9A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A99FB-7F00-EE6E-43AD-9EA86E09C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89F83-A727-DF66-3FB0-F8D405BB0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E7F2BF-F12F-820D-0CE7-09DB9596D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6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F5FA0-7648-E85E-59AD-6EE3E44E0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CA7EB-EF90-AC87-9BD8-6780146E6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27D96-E63A-168A-5233-F6B70C40D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1350E-E043-F2B9-6E63-4DFF0FB18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0F539-FB08-290A-B764-9D9664C4D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99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97185-9EFF-BA6C-31D7-CC9375E34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0818E-B28D-9E35-BBFB-41E054390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D555CE-F380-90CE-187C-540350F5C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291689-2AB7-0DBA-DA7C-E7D1485D5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BB945-2614-0803-9383-2AE435410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001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91D0E-2E06-9899-6A50-1ADDE7454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1ABF2-4BE6-1B74-36DC-D612C9FE1F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F25886-D70A-1391-28AF-4705D846F2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C77CC5-ADBB-14B2-F1DA-99C4F1E9A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2C2C-90AA-09C6-5FAF-55C38BDD0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25174A-422B-F374-67D5-1859E69E5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552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F4A6B-3AF0-6CD1-75DA-CB6D9D86B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A999D-82B2-6871-49E1-90E10A323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15B3A2-3124-683C-34E3-A212DF336A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15B74-E618-2C35-4069-C16ACF01B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F1E990-B7AB-736D-1D8B-6E0147CF9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AB4C4D-691B-A4DA-D231-E23DC87D6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246454-EA8A-ABE4-EF1B-F37976579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DDADFE-E3A9-A091-6876-9693432C0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388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384D4-CC10-51E2-D542-370DCDDE9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C8AFC7-3335-8500-24F0-F17F4C576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6F74FD-8F2F-1458-DAB2-D90B7674F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64C7FA-526C-B16A-05CA-35F519FE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462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2B8353-2CB2-CDC9-8BB5-35E98EBED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9672B9-2E9F-CC35-05C4-65A236569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734CC-D656-E5F1-E131-6E7FBDDCA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353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EC87A-40FC-C605-C8D1-FC59061FE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B60FC-0026-C60E-A4DC-9023C7A14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E2E971-2D42-BF36-D773-7122990D1E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58763C-73D6-7158-D470-209202005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D1F916-CA0E-6CC6-A718-CE1104781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53A36B-30C9-0659-8A86-62ACE7041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242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A21AB-3957-0559-37F7-DD6AFEC39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EAB027-1F78-ADFA-17B7-9366FEF14A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662624-E928-22A9-6E28-54F524AFE5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BAD39-4BC6-FF13-5114-824F9F1D6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91CD52-FD71-3BB9-E7D6-6D4BC04D9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DA034D-A884-F591-DC46-AE62860DE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11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D0F30-3BFC-366F-459F-30677F705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92146E-0622-6EB6-59CE-C2C7E6601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BFB508-6DE9-B2D9-D57B-9DD1868D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E99274-5CE3-4199-41AA-E808266FB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016DB6-7556-37CC-9D81-3CAF3CEA9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605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E635FA-2F4C-7DA1-EDE7-2082E7CA83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CA2D10-E697-D6E2-22A9-36D40BCB91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7B92FA-C1E3-C298-2138-74CF9B478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AB8995-535B-BB96-E7CD-4B7ED902E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4300A-4B22-85F8-DB43-0C48D5069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1824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BAB925-1130-5B04-EA9B-4C165DBBD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3FDB2A-FE05-2259-4308-2C9D119174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7B815-10EF-F249-A451-8707405935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F77B6C-6B39-B84F-862C-036E8F44DCDC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3FB1B-61C8-718C-F448-9210F69983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3E69B-3622-ED96-CB8C-8F029286BF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865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DA30-426C-2998-6FFB-D60517D8AF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Software Development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0417C-3B7C-D541-3346-8C3E393AA1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Dr. Charles R. Severance</a:t>
            </a:r>
          </a:p>
          <a:p>
            <a:r>
              <a:rPr lang="en-US" dirty="0" err="1"/>
              <a:t>online.dr-chuck.com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0397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6F326-1714-A2D4-15BF-A11A66721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69BE9-19D7-B0BC-B5E5-E090B4336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Compiler</a:t>
            </a:r>
          </a:p>
          <a:p>
            <a:r>
              <a:rPr lang="en-US" dirty="0"/>
              <a:t>Interpreter</a:t>
            </a:r>
          </a:p>
          <a:p>
            <a:r>
              <a:rPr lang="en-US" dirty="0"/>
              <a:t>Emulator</a:t>
            </a:r>
          </a:p>
          <a:p>
            <a:r>
              <a:rPr lang="en-US" dirty="0"/>
              <a:t>WASM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28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FAA750-51A0-D6EF-17A3-0AAEC4E7E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WASM – Web Assembly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69429D-873A-2814-DA13-690D59D0A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a machine language emulator built into browsers called Web Assembly</a:t>
            </a:r>
          </a:p>
          <a:p>
            <a:r>
              <a:rPr lang="en-US" dirty="0"/>
              <a:t>For a wide range of software, compiling to WASM and running in JavaScript is enough</a:t>
            </a:r>
          </a:p>
          <a:p>
            <a:r>
              <a:rPr lang="en-US" dirty="0"/>
              <a:t>WASM is a different syntax than most Assembly languages – but it still compiles to a binary-machine code</a:t>
            </a:r>
          </a:p>
          <a:p>
            <a:r>
              <a:rPr lang="en-US" dirty="0"/>
              <a:t>C Programming for Everybody (www.cc4e.com) C Playground compiles C to WASM and then runs the WASM in the user's browser</a:t>
            </a:r>
          </a:p>
        </p:txBody>
      </p:sp>
    </p:spTree>
    <p:extLst>
      <p:ext uri="{BB962C8B-B14F-4D97-AF65-F5344CB8AC3E}">
        <p14:creationId xmlns:p14="http://schemas.microsoft.com/office/powerpoint/2010/main" val="1972794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378F55-5488-B90B-0105-5040038DF90A}"/>
              </a:ext>
            </a:extLst>
          </p:cNvPr>
          <p:cNvSpPr txBox="1"/>
          <p:nvPr/>
        </p:nvSpPr>
        <p:spPr>
          <a:xfrm>
            <a:off x="323606" y="384239"/>
            <a:ext cx="7629012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;; Hello World WASM Example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(module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(import "console" "log" (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$log (param i32 i32)))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(memory 1)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(data (i32.const 0) "Hello, World!")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$main (result i32)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(call $log (i32.const 0) (i32.const 13))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(i32.const 42)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(export "main" (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$main))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F36667-C9F9-1E94-2E5A-41DB1B7EA8A0}"/>
              </a:ext>
            </a:extLst>
          </p:cNvPr>
          <p:cNvSpPr txBox="1"/>
          <p:nvPr/>
        </p:nvSpPr>
        <p:spPr>
          <a:xfrm>
            <a:off x="1365813" y="3685606"/>
            <a:ext cx="1066189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00000000: 00 61 73 6d 01 00 00 00 01 0a 02 60 02 7f 7f 00 |.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asm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.......`....|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00000010: 60 00 01 7f 02 0f 01 07 63 6f 6e 73 6f 6c 65 03 |`.......console.|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00000020: 6c 6f 67 00 00 03 02 01 01 05 03 01 00 01 07 11 |log.............|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00000030: 02 06 6d 65 6d 6f 72 79 02 00 04 6d 61 69 6e 00 |..memory...main.|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00000040: 01 0a 0c 01 0a 00 41 00 41 0d 10 00 41 2a 0b 0b |......A.A...A*..|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00000050: 13 01 00 41 00 0b 0d 48 65 6c 6c 6f 2c 20 57 6f |...A...Hello, Wo|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00000060: 72 6c 64 21                                     |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rld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!|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D37124D-6EA9-45AF-A343-E048DF092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8443" y="985610"/>
            <a:ext cx="2944586" cy="1325563"/>
          </a:xfrm>
        </p:spPr>
        <p:txBody>
          <a:bodyPr/>
          <a:lstStyle/>
          <a:p>
            <a:r>
              <a:rPr lang="en-US" dirty="0"/>
              <a:t>WASM Hello World</a:t>
            </a:r>
          </a:p>
        </p:txBody>
      </p:sp>
    </p:spTree>
    <p:extLst>
      <p:ext uri="{BB962C8B-B14F-4D97-AF65-F5344CB8AC3E}">
        <p14:creationId xmlns:p14="http://schemas.microsoft.com/office/powerpoint/2010/main" val="3301241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 shot of https://www.cc4e.com/play.php showing an in-browser C development environment with the classic “Hello World” program being shown.">
            <a:extLst>
              <a:ext uri="{FF2B5EF4-FFF2-40B4-BE49-F238E27FC236}">
                <a16:creationId xmlns:a16="http://schemas.microsoft.com/office/drawing/2014/main" id="{B6A3ECEC-7F85-17AE-9752-042533E343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110"/>
          <a:stretch/>
        </p:blipFill>
        <p:spPr>
          <a:xfrm>
            <a:off x="895004" y="310243"/>
            <a:ext cx="10401992" cy="555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821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D2EFD07-F694-345C-4B2F-4614FA7D9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04836A-9389-B0FF-C342-D7DD46B32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TBD</a:t>
            </a:r>
          </a:p>
        </p:txBody>
      </p:sp>
    </p:spTree>
    <p:extLst>
      <p:ext uri="{BB962C8B-B14F-4D97-AF65-F5344CB8AC3E}">
        <p14:creationId xmlns:p14="http://schemas.microsoft.com/office/powerpoint/2010/main" val="26972385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4AE3D-C70D-220E-82A8-C1D64A900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Acknowledgements / Contributions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725F2C-A6DC-4096-AD36-A6A5AF1FFD40}"/>
              </a:ext>
            </a:extLst>
          </p:cNvPr>
          <p:cNvSpPr txBox="1"/>
          <p:nvPr/>
        </p:nvSpPr>
        <p:spPr>
          <a:xfrm>
            <a:off x="838201" y="1502688"/>
            <a:ext cx="5055704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These slides are Copyright 2025-  Charles R. Severance (</a:t>
            </a:r>
            <a:r>
              <a:rPr lang="en-US" sz="1200" dirty="0" err="1"/>
              <a:t>online.dr-chuck.com</a:t>
            </a:r>
            <a:r>
              <a:rPr lang="en-US" sz="1200" dirty="0"/>
              <a:t>) as part of www.ca4e.com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</a:p>
          <a:p>
            <a:endParaRPr lang="en-US" sz="1200" dirty="0"/>
          </a:p>
          <a:p>
            <a:r>
              <a:rPr lang="en-US" sz="1200" dirty="0"/>
              <a:t>Initial Development: Charles Severance, University of Michigan School of Information</a:t>
            </a:r>
          </a:p>
          <a:p>
            <a:endParaRPr lang="en-US" sz="1200" dirty="0"/>
          </a:p>
          <a:p>
            <a:r>
              <a:rPr lang="en-US" sz="1200" b="1" dirty="0"/>
              <a:t>Insert new Contributors and Translators here including names and dates</a:t>
            </a:r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B0D5A1-502A-F6A1-76FD-6D954B37EE94}"/>
              </a:ext>
            </a:extLst>
          </p:cNvPr>
          <p:cNvSpPr txBox="1"/>
          <p:nvPr/>
        </p:nvSpPr>
        <p:spPr>
          <a:xfrm>
            <a:off x="6298097" y="1502688"/>
            <a:ext cx="50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Continue new Contributors and Translators here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63881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4493</TotalTime>
  <Words>451</Words>
  <Application>Microsoft Macintosh PowerPoint</Application>
  <PresentationFormat>Widescreen</PresentationFormat>
  <Paragraphs>42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Courier New</vt:lpstr>
      <vt:lpstr>Office Theme</vt:lpstr>
      <vt:lpstr>Software Development</vt:lpstr>
      <vt:lpstr>Outline</vt:lpstr>
      <vt:lpstr>WASM – Web Assembly</vt:lpstr>
      <vt:lpstr>WASM Hello World</vt:lpstr>
      <vt:lpstr>PowerPoint Presentation</vt:lpstr>
      <vt:lpstr>Summary</vt:lpstr>
      <vt:lpstr>Acknowledgements / Contributions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CDC 8512 MicroProcessor</dc:title>
  <dc:creator>Severance, Charles</dc:creator>
  <cp:lastModifiedBy>Severance, Charles</cp:lastModifiedBy>
  <cp:revision>241</cp:revision>
  <dcterms:created xsi:type="dcterms:W3CDTF">2023-02-08T12:14:18Z</dcterms:created>
  <dcterms:modified xsi:type="dcterms:W3CDTF">2025-11-28T15:44:58Z</dcterms:modified>
</cp:coreProperties>
</file>